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F2A3D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F2A3D"/>
                </a:solidFill>
                <a:latin typeface="Arial"/>
              </a:rPr>
              <a:t>Amber = individual kernels   Teal = combined KDE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Kernel 1</c:v>
                </c:pt>
              </c:strCache>
            </c:strRef>
          </c:tx>
          <c:spPr>
            <a:solidFill>
              <a:srgbClr val="F2C27B"/>
            </a:solidFill>
            <a:ln w="31750" cap="flat">
              <a:solidFill>
                <a:srgbClr val="F2C27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2C27B"/>
              </a:solidFill>
              <a:ln w="9525" cap="flat">
                <a:solidFill>
                  <a:srgbClr val="F2C27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Sheet1!$A$2:$A$28</c:f>
              <c:multiLvlStrCache>
                <c:ptCount val="27"/>
                <c:lvl>
                  <c:pt idx="0">
                    <c:v>4000</c:v>
                  </c:pt>
                  <c:pt idx="1">
                    <c:v>5000</c:v>
                  </c:pt>
                  <c:pt idx="2">
                    <c:v>6000</c:v>
                  </c:pt>
                  <c:pt idx="3">
                    <c:v>7000</c:v>
                  </c:pt>
                  <c:pt idx="4">
                    <c:v>8000</c:v>
                  </c:pt>
                  <c:pt idx="5">
                    <c:v>9000</c:v>
                  </c:pt>
                  <c:pt idx="6">
                    <c:v>10000</c:v>
                  </c:pt>
                  <c:pt idx="7">
                    <c:v>11000</c:v>
                  </c:pt>
                  <c:pt idx="8">
                    <c:v>12000</c:v>
                  </c:pt>
                  <c:pt idx="9">
                    <c:v>13000</c:v>
                  </c:pt>
                  <c:pt idx="10">
                    <c:v>14000</c:v>
                  </c:pt>
                  <c:pt idx="11">
                    <c:v>15000</c:v>
                  </c:pt>
                  <c:pt idx="12">
                    <c:v>16000</c:v>
                  </c:pt>
                  <c:pt idx="13">
                    <c:v>17000</c:v>
                  </c:pt>
                  <c:pt idx="14">
                    <c:v>18000</c:v>
                  </c:pt>
                  <c:pt idx="15">
                    <c:v>19000</c:v>
                  </c:pt>
                  <c:pt idx="16">
                    <c:v>20000</c:v>
                  </c:pt>
                  <c:pt idx="17">
                    <c:v>21000</c:v>
                  </c:pt>
                  <c:pt idx="18">
                    <c:v>22000</c:v>
                  </c:pt>
                  <c:pt idx="19">
                    <c:v>23000</c:v>
                  </c:pt>
                  <c:pt idx="20">
                    <c:v>24000</c:v>
                  </c:pt>
                  <c:pt idx="21">
                    <c:v>25000</c:v>
                  </c:pt>
                  <c:pt idx="22">
                    <c:v>26000</c:v>
                  </c:pt>
                  <c:pt idx="23">
                    <c:v>27000</c:v>
                  </c:pt>
                  <c:pt idx="24">
                    <c:v>28000</c:v>
                  </c:pt>
                  <c:pt idx="25">
                    <c:v>29000</c:v>
                  </c:pt>
                  <c:pt idx="26">
                    <c:v>30000</c:v>
                  </c:pt>
                </c:lvl>
              </c:multiLvlStrCache>
            </c:multiLvlStrRef>
          </c:cat>
          <c:val>
            <c:numRef>
              <c:f>Sheet1!$B$2:$B$28</c:f>
              <c:numCache>
                <c:formatCode>General</c:formatCode>
                <c:ptCount val="27"/>
                <c:pt idx="0">
                  <c:v>0.019</c:v>
                </c:pt>
                <c:pt idx="1">
                  <c:v>0.063</c:v>
                </c:pt>
                <c:pt idx="2">
                  <c:v>0.179</c:v>
                </c:pt>
                <c:pt idx="3">
                  <c:v>0.432</c:v>
                </c:pt>
                <c:pt idx="4">
                  <c:v>0.887</c:v>
                </c:pt>
                <c:pt idx="5">
                  <c:v>1.553</c:v>
                </c:pt>
                <c:pt idx="6">
                  <c:v>2.318</c:v>
                </c:pt>
                <c:pt idx="7">
                  <c:v>2.946</c:v>
                </c:pt>
                <c:pt idx="8">
                  <c:v>3.192</c:v>
                </c:pt>
                <c:pt idx="9">
                  <c:v>2.946</c:v>
                </c:pt>
                <c:pt idx="10">
                  <c:v>2.318</c:v>
                </c:pt>
                <c:pt idx="11">
                  <c:v>1.553</c:v>
                </c:pt>
                <c:pt idx="12">
                  <c:v>0.887</c:v>
                </c:pt>
                <c:pt idx="13">
                  <c:v>0.432</c:v>
                </c:pt>
                <c:pt idx="14">
                  <c:v>0.179</c:v>
                </c:pt>
                <c:pt idx="15">
                  <c:v>0.063</c:v>
                </c:pt>
                <c:pt idx="16">
                  <c:v>0.019</c:v>
                </c:pt>
                <c:pt idx="17">
                  <c:v>0.005</c:v>
                </c:pt>
                <c:pt idx="18">
                  <c:v>0.001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Kernel 2</c:v>
                </c:pt>
              </c:strCache>
            </c:strRef>
          </c:tx>
          <c:spPr>
            <a:solidFill>
              <a:srgbClr val="F2C27B"/>
            </a:solidFill>
            <a:ln w="31750" cap="flat">
              <a:solidFill>
                <a:srgbClr val="F2C27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2C27B"/>
              </a:solidFill>
              <a:ln w="9525" cap="flat">
                <a:solidFill>
                  <a:srgbClr val="F2C27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Sheet1!$A$2:$A$28</c:f>
              <c:multiLvlStrCache>
                <c:ptCount val="27"/>
                <c:lvl>
                  <c:pt idx="0">
                    <c:v>4000</c:v>
                  </c:pt>
                  <c:pt idx="1">
                    <c:v>5000</c:v>
                  </c:pt>
                  <c:pt idx="2">
                    <c:v>6000</c:v>
                  </c:pt>
                  <c:pt idx="3">
                    <c:v>7000</c:v>
                  </c:pt>
                  <c:pt idx="4">
                    <c:v>8000</c:v>
                  </c:pt>
                  <c:pt idx="5">
                    <c:v>9000</c:v>
                  </c:pt>
                  <c:pt idx="6">
                    <c:v>10000</c:v>
                  </c:pt>
                  <c:pt idx="7">
                    <c:v>11000</c:v>
                  </c:pt>
                  <c:pt idx="8">
                    <c:v>12000</c:v>
                  </c:pt>
                  <c:pt idx="9">
                    <c:v>13000</c:v>
                  </c:pt>
                  <c:pt idx="10">
                    <c:v>14000</c:v>
                  </c:pt>
                  <c:pt idx="11">
                    <c:v>15000</c:v>
                  </c:pt>
                  <c:pt idx="12">
                    <c:v>16000</c:v>
                  </c:pt>
                  <c:pt idx="13">
                    <c:v>17000</c:v>
                  </c:pt>
                  <c:pt idx="14">
                    <c:v>18000</c:v>
                  </c:pt>
                  <c:pt idx="15">
                    <c:v>19000</c:v>
                  </c:pt>
                  <c:pt idx="16">
                    <c:v>20000</c:v>
                  </c:pt>
                  <c:pt idx="17">
                    <c:v>21000</c:v>
                  </c:pt>
                  <c:pt idx="18">
                    <c:v>22000</c:v>
                  </c:pt>
                  <c:pt idx="19">
                    <c:v>23000</c:v>
                  </c:pt>
                  <c:pt idx="20">
                    <c:v>24000</c:v>
                  </c:pt>
                  <c:pt idx="21">
                    <c:v>25000</c:v>
                  </c:pt>
                  <c:pt idx="22">
                    <c:v>26000</c:v>
                  </c:pt>
                  <c:pt idx="23">
                    <c:v>27000</c:v>
                  </c:pt>
                  <c:pt idx="24">
                    <c:v>28000</c:v>
                  </c:pt>
                  <c:pt idx="25">
                    <c:v>29000</c:v>
                  </c:pt>
                  <c:pt idx="26">
                    <c:v>30000</c:v>
                  </c:pt>
                </c:lvl>
              </c:multiLvlStrCache>
            </c:multiLvlStrRef>
          </c:cat>
          <c:val>
            <c:numRef>
              <c:f>Sheet1!$C$2:$C$28</c:f>
              <c:numCache>
                <c:formatCode>General</c:formatCode>
                <c:ptCount val="27"/>
                <c:pt idx="0">
                  <c:v>0</c:v>
                </c:pt>
                <c:pt idx="1">
                  <c:v>0.001</c:v>
                </c:pt>
                <c:pt idx="2">
                  <c:v>0.005</c:v>
                </c:pt>
                <c:pt idx="3">
                  <c:v>0.019</c:v>
                </c:pt>
                <c:pt idx="4">
                  <c:v>0.063</c:v>
                </c:pt>
                <c:pt idx="5">
                  <c:v>0.179</c:v>
                </c:pt>
                <c:pt idx="6">
                  <c:v>0.432</c:v>
                </c:pt>
                <c:pt idx="7">
                  <c:v>0.887</c:v>
                </c:pt>
                <c:pt idx="8">
                  <c:v>1.553</c:v>
                </c:pt>
                <c:pt idx="9">
                  <c:v>2.318</c:v>
                </c:pt>
                <c:pt idx="10">
                  <c:v>2.946</c:v>
                </c:pt>
                <c:pt idx="11">
                  <c:v>3.192</c:v>
                </c:pt>
                <c:pt idx="12">
                  <c:v>2.946</c:v>
                </c:pt>
                <c:pt idx="13">
                  <c:v>2.318</c:v>
                </c:pt>
                <c:pt idx="14">
                  <c:v>1.553</c:v>
                </c:pt>
                <c:pt idx="15">
                  <c:v>0.887</c:v>
                </c:pt>
                <c:pt idx="16">
                  <c:v>0.432</c:v>
                </c:pt>
                <c:pt idx="17">
                  <c:v>0.179</c:v>
                </c:pt>
                <c:pt idx="18">
                  <c:v>0.063</c:v>
                </c:pt>
                <c:pt idx="19">
                  <c:v>0.019</c:v>
                </c:pt>
                <c:pt idx="20">
                  <c:v>0.005</c:v>
                </c:pt>
                <c:pt idx="21">
                  <c:v>0.001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Kernel 3</c:v>
                </c:pt>
              </c:strCache>
            </c:strRef>
          </c:tx>
          <c:spPr>
            <a:solidFill>
              <a:srgbClr val="F2C27B"/>
            </a:solidFill>
            <a:ln w="31750" cap="flat">
              <a:solidFill>
                <a:srgbClr val="F2C27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2C27B"/>
              </a:solidFill>
              <a:ln w="9525" cap="flat">
                <a:solidFill>
                  <a:srgbClr val="F2C27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Sheet1!$A$2:$A$28</c:f>
              <c:multiLvlStrCache>
                <c:ptCount val="27"/>
                <c:lvl>
                  <c:pt idx="0">
                    <c:v>4000</c:v>
                  </c:pt>
                  <c:pt idx="1">
                    <c:v>5000</c:v>
                  </c:pt>
                  <c:pt idx="2">
                    <c:v>6000</c:v>
                  </c:pt>
                  <c:pt idx="3">
                    <c:v>7000</c:v>
                  </c:pt>
                  <c:pt idx="4">
                    <c:v>8000</c:v>
                  </c:pt>
                  <c:pt idx="5">
                    <c:v>9000</c:v>
                  </c:pt>
                  <c:pt idx="6">
                    <c:v>10000</c:v>
                  </c:pt>
                  <c:pt idx="7">
                    <c:v>11000</c:v>
                  </c:pt>
                  <c:pt idx="8">
                    <c:v>12000</c:v>
                  </c:pt>
                  <c:pt idx="9">
                    <c:v>13000</c:v>
                  </c:pt>
                  <c:pt idx="10">
                    <c:v>14000</c:v>
                  </c:pt>
                  <c:pt idx="11">
                    <c:v>15000</c:v>
                  </c:pt>
                  <c:pt idx="12">
                    <c:v>16000</c:v>
                  </c:pt>
                  <c:pt idx="13">
                    <c:v>17000</c:v>
                  </c:pt>
                  <c:pt idx="14">
                    <c:v>18000</c:v>
                  </c:pt>
                  <c:pt idx="15">
                    <c:v>19000</c:v>
                  </c:pt>
                  <c:pt idx="16">
                    <c:v>20000</c:v>
                  </c:pt>
                  <c:pt idx="17">
                    <c:v>21000</c:v>
                  </c:pt>
                  <c:pt idx="18">
                    <c:v>22000</c:v>
                  </c:pt>
                  <c:pt idx="19">
                    <c:v>23000</c:v>
                  </c:pt>
                  <c:pt idx="20">
                    <c:v>24000</c:v>
                  </c:pt>
                  <c:pt idx="21">
                    <c:v>25000</c:v>
                  </c:pt>
                  <c:pt idx="22">
                    <c:v>26000</c:v>
                  </c:pt>
                  <c:pt idx="23">
                    <c:v>27000</c:v>
                  </c:pt>
                  <c:pt idx="24">
                    <c:v>28000</c:v>
                  </c:pt>
                  <c:pt idx="25">
                    <c:v>29000</c:v>
                  </c:pt>
                  <c:pt idx="26">
                    <c:v>30000</c:v>
                  </c:pt>
                </c:lvl>
              </c:multiLvlStrCache>
            </c:multiLvlStrRef>
          </c:cat>
          <c:val>
            <c:numRef>
              <c:f>Sheet1!$D$2:$D$28</c:f>
              <c:numCache>
                <c:formatCode>General</c:formatCode>
                <c:ptCount val="2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0.001</c:v>
                </c:pt>
                <c:pt idx="5">
                  <c:v>0.005</c:v>
                </c:pt>
                <c:pt idx="6">
                  <c:v>0.019</c:v>
                </c:pt>
                <c:pt idx="7">
                  <c:v>0.063</c:v>
                </c:pt>
                <c:pt idx="8">
                  <c:v>0.179</c:v>
                </c:pt>
                <c:pt idx="9">
                  <c:v>0.432</c:v>
                </c:pt>
                <c:pt idx="10">
                  <c:v>0.887</c:v>
                </c:pt>
                <c:pt idx="11">
                  <c:v>1.553</c:v>
                </c:pt>
                <c:pt idx="12">
                  <c:v>2.318</c:v>
                </c:pt>
                <c:pt idx="13">
                  <c:v>2.946</c:v>
                </c:pt>
                <c:pt idx="14">
                  <c:v>3.192</c:v>
                </c:pt>
                <c:pt idx="15">
                  <c:v>2.946</c:v>
                </c:pt>
                <c:pt idx="16">
                  <c:v>2.318</c:v>
                </c:pt>
                <c:pt idx="17">
                  <c:v>1.553</c:v>
                </c:pt>
                <c:pt idx="18">
                  <c:v>0.887</c:v>
                </c:pt>
                <c:pt idx="19">
                  <c:v>0.432</c:v>
                </c:pt>
                <c:pt idx="20">
                  <c:v>0.179</c:v>
                </c:pt>
                <c:pt idx="21">
                  <c:v>0.063</c:v>
                </c:pt>
                <c:pt idx="22">
                  <c:v>0.019</c:v>
                </c:pt>
                <c:pt idx="23">
                  <c:v>0.005</c:v>
                </c:pt>
                <c:pt idx="24">
                  <c:v>0.001</c:v>
                </c:pt>
                <c:pt idx="25">
                  <c:v>0</c:v>
                </c:pt>
                <c:pt idx="26">
                  <c:v>0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Kernel 4</c:v>
                </c:pt>
              </c:strCache>
            </c:strRef>
          </c:tx>
          <c:spPr>
            <a:solidFill>
              <a:srgbClr val="F2C27B"/>
            </a:solidFill>
            <a:ln w="31750" cap="flat">
              <a:solidFill>
                <a:srgbClr val="F2C27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2C27B"/>
              </a:solidFill>
              <a:ln w="9525" cap="flat">
                <a:solidFill>
                  <a:srgbClr val="F2C27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Sheet1!$A$2:$A$28</c:f>
              <c:multiLvlStrCache>
                <c:ptCount val="27"/>
                <c:lvl>
                  <c:pt idx="0">
                    <c:v>4000</c:v>
                  </c:pt>
                  <c:pt idx="1">
                    <c:v>5000</c:v>
                  </c:pt>
                  <c:pt idx="2">
                    <c:v>6000</c:v>
                  </c:pt>
                  <c:pt idx="3">
                    <c:v>7000</c:v>
                  </c:pt>
                  <c:pt idx="4">
                    <c:v>8000</c:v>
                  </c:pt>
                  <c:pt idx="5">
                    <c:v>9000</c:v>
                  </c:pt>
                  <c:pt idx="6">
                    <c:v>10000</c:v>
                  </c:pt>
                  <c:pt idx="7">
                    <c:v>11000</c:v>
                  </c:pt>
                  <c:pt idx="8">
                    <c:v>12000</c:v>
                  </c:pt>
                  <c:pt idx="9">
                    <c:v>13000</c:v>
                  </c:pt>
                  <c:pt idx="10">
                    <c:v>14000</c:v>
                  </c:pt>
                  <c:pt idx="11">
                    <c:v>15000</c:v>
                  </c:pt>
                  <c:pt idx="12">
                    <c:v>16000</c:v>
                  </c:pt>
                  <c:pt idx="13">
                    <c:v>17000</c:v>
                  </c:pt>
                  <c:pt idx="14">
                    <c:v>18000</c:v>
                  </c:pt>
                  <c:pt idx="15">
                    <c:v>19000</c:v>
                  </c:pt>
                  <c:pt idx="16">
                    <c:v>20000</c:v>
                  </c:pt>
                  <c:pt idx="17">
                    <c:v>21000</c:v>
                  </c:pt>
                  <c:pt idx="18">
                    <c:v>22000</c:v>
                  </c:pt>
                  <c:pt idx="19">
                    <c:v>23000</c:v>
                  </c:pt>
                  <c:pt idx="20">
                    <c:v>24000</c:v>
                  </c:pt>
                  <c:pt idx="21">
                    <c:v>25000</c:v>
                  </c:pt>
                  <c:pt idx="22">
                    <c:v>26000</c:v>
                  </c:pt>
                  <c:pt idx="23">
                    <c:v>27000</c:v>
                  </c:pt>
                  <c:pt idx="24">
                    <c:v>28000</c:v>
                  </c:pt>
                  <c:pt idx="25">
                    <c:v>29000</c:v>
                  </c:pt>
                  <c:pt idx="26">
                    <c:v>30000</c:v>
                  </c:pt>
                </c:lvl>
              </c:multiLvlStrCache>
            </c:multiLvlStrRef>
          </c:cat>
          <c:val>
            <c:numRef>
              <c:f>Sheet1!$E$2:$E$28</c:f>
              <c:numCache>
                <c:formatCode>General</c:formatCode>
                <c:ptCount val="2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0.001</c:v>
                </c:pt>
                <c:pt idx="7">
                  <c:v>0.005</c:v>
                </c:pt>
                <c:pt idx="8">
                  <c:v>0.019</c:v>
                </c:pt>
                <c:pt idx="9">
                  <c:v>0.063</c:v>
                </c:pt>
                <c:pt idx="10">
                  <c:v>0.179</c:v>
                </c:pt>
                <c:pt idx="11">
                  <c:v>0.432</c:v>
                </c:pt>
                <c:pt idx="12">
                  <c:v>0.887</c:v>
                </c:pt>
                <c:pt idx="13">
                  <c:v>1.553</c:v>
                </c:pt>
                <c:pt idx="14">
                  <c:v>2.318</c:v>
                </c:pt>
                <c:pt idx="15">
                  <c:v>2.946</c:v>
                </c:pt>
                <c:pt idx="16">
                  <c:v>3.192</c:v>
                </c:pt>
                <c:pt idx="17">
                  <c:v>2.946</c:v>
                </c:pt>
                <c:pt idx="18">
                  <c:v>2.318</c:v>
                </c:pt>
                <c:pt idx="19">
                  <c:v>1.553</c:v>
                </c:pt>
                <c:pt idx="20">
                  <c:v>0.887</c:v>
                </c:pt>
                <c:pt idx="21">
                  <c:v>0.432</c:v>
                </c:pt>
                <c:pt idx="22">
                  <c:v>0.179</c:v>
                </c:pt>
                <c:pt idx="23">
                  <c:v>0.063</c:v>
                </c:pt>
                <c:pt idx="24">
                  <c:v>0.019</c:v>
                </c:pt>
                <c:pt idx="25">
                  <c:v>0.005</c:v>
                </c:pt>
                <c:pt idx="26">
                  <c:v>0.001</c:v>
                </c:pt>
              </c:numCache>
            </c:numRef>
          </c:val>
          <c:smooth val="1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Kernel 5</c:v>
                </c:pt>
              </c:strCache>
            </c:strRef>
          </c:tx>
          <c:spPr>
            <a:solidFill>
              <a:srgbClr val="F2C27B"/>
            </a:solidFill>
            <a:ln w="31750" cap="flat">
              <a:solidFill>
                <a:srgbClr val="F2C27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2C27B"/>
              </a:solidFill>
              <a:ln w="9525" cap="flat">
                <a:solidFill>
                  <a:srgbClr val="F2C27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Sheet1!$A$2:$A$28</c:f>
              <c:multiLvlStrCache>
                <c:ptCount val="27"/>
                <c:lvl>
                  <c:pt idx="0">
                    <c:v>4000</c:v>
                  </c:pt>
                  <c:pt idx="1">
                    <c:v>5000</c:v>
                  </c:pt>
                  <c:pt idx="2">
                    <c:v>6000</c:v>
                  </c:pt>
                  <c:pt idx="3">
                    <c:v>7000</c:v>
                  </c:pt>
                  <c:pt idx="4">
                    <c:v>8000</c:v>
                  </c:pt>
                  <c:pt idx="5">
                    <c:v>9000</c:v>
                  </c:pt>
                  <c:pt idx="6">
                    <c:v>10000</c:v>
                  </c:pt>
                  <c:pt idx="7">
                    <c:v>11000</c:v>
                  </c:pt>
                  <c:pt idx="8">
                    <c:v>12000</c:v>
                  </c:pt>
                  <c:pt idx="9">
                    <c:v>13000</c:v>
                  </c:pt>
                  <c:pt idx="10">
                    <c:v>14000</c:v>
                  </c:pt>
                  <c:pt idx="11">
                    <c:v>15000</c:v>
                  </c:pt>
                  <c:pt idx="12">
                    <c:v>16000</c:v>
                  </c:pt>
                  <c:pt idx="13">
                    <c:v>17000</c:v>
                  </c:pt>
                  <c:pt idx="14">
                    <c:v>18000</c:v>
                  </c:pt>
                  <c:pt idx="15">
                    <c:v>19000</c:v>
                  </c:pt>
                  <c:pt idx="16">
                    <c:v>20000</c:v>
                  </c:pt>
                  <c:pt idx="17">
                    <c:v>21000</c:v>
                  </c:pt>
                  <c:pt idx="18">
                    <c:v>22000</c:v>
                  </c:pt>
                  <c:pt idx="19">
                    <c:v>23000</c:v>
                  </c:pt>
                  <c:pt idx="20">
                    <c:v>24000</c:v>
                  </c:pt>
                  <c:pt idx="21">
                    <c:v>25000</c:v>
                  </c:pt>
                  <c:pt idx="22">
                    <c:v>26000</c:v>
                  </c:pt>
                  <c:pt idx="23">
                    <c:v>27000</c:v>
                  </c:pt>
                  <c:pt idx="24">
                    <c:v>28000</c:v>
                  </c:pt>
                  <c:pt idx="25">
                    <c:v>29000</c:v>
                  </c:pt>
                  <c:pt idx="26">
                    <c:v>30000</c:v>
                  </c:pt>
                </c:lvl>
              </c:multiLvlStrCache>
            </c:multiLvlStrRef>
          </c:cat>
          <c:val>
            <c:numRef>
              <c:f>Sheet1!$F$2:$F$28</c:f>
              <c:numCache>
                <c:formatCode>General</c:formatCode>
                <c:ptCount val="2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0.001</c:v>
                </c:pt>
                <c:pt idx="9">
                  <c:v>0.005</c:v>
                </c:pt>
                <c:pt idx="10">
                  <c:v>0.019</c:v>
                </c:pt>
                <c:pt idx="11">
                  <c:v>0.063</c:v>
                </c:pt>
                <c:pt idx="12">
                  <c:v>0.179</c:v>
                </c:pt>
                <c:pt idx="13">
                  <c:v>0.432</c:v>
                </c:pt>
                <c:pt idx="14">
                  <c:v>0.887</c:v>
                </c:pt>
                <c:pt idx="15">
                  <c:v>1.553</c:v>
                </c:pt>
                <c:pt idx="16">
                  <c:v>2.318</c:v>
                </c:pt>
                <c:pt idx="17">
                  <c:v>2.946</c:v>
                </c:pt>
                <c:pt idx="18">
                  <c:v>3.192</c:v>
                </c:pt>
                <c:pt idx="19">
                  <c:v>2.946</c:v>
                </c:pt>
                <c:pt idx="20">
                  <c:v>2.318</c:v>
                </c:pt>
                <c:pt idx="21">
                  <c:v>1.553</c:v>
                </c:pt>
                <c:pt idx="22">
                  <c:v>0.887</c:v>
                </c:pt>
                <c:pt idx="23">
                  <c:v>0.432</c:v>
                </c:pt>
                <c:pt idx="24">
                  <c:v>0.179</c:v>
                </c:pt>
                <c:pt idx="25">
                  <c:v>0.063</c:v>
                </c:pt>
                <c:pt idx="26">
                  <c:v>0.019</c:v>
                </c:pt>
              </c:numCache>
            </c:numRef>
          </c:val>
          <c:smooth val="1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KDE (sum)</c:v>
                </c:pt>
              </c:strCache>
            </c:strRef>
          </c:tx>
          <c:spPr>
            <a:solidFill>
              <a:srgbClr val="1B7F8C"/>
            </a:solidFill>
            <a:ln w="31750" cap="flat">
              <a:solidFill>
                <a:srgbClr val="1B7F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B7F8C"/>
              </a:solidFill>
              <a:ln w="9525" cap="flat">
                <a:solidFill>
                  <a:srgbClr val="1B7F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Sheet1!$A$2:$A$28</c:f>
              <c:multiLvlStrCache>
                <c:ptCount val="27"/>
                <c:lvl>
                  <c:pt idx="0">
                    <c:v>4000</c:v>
                  </c:pt>
                  <c:pt idx="1">
                    <c:v>5000</c:v>
                  </c:pt>
                  <c:pt idx="2">
                    <c:v>6000</c:v>
                  </c:pt>
                  <c:pt idx="3">
                    <c:v>7000</c:v>
                  </c:pt>
                  <c:pt idx="4">
                    <c:v>8000</c:v>
                  </c:pt>
                  <c:pt idx="5">
                    <c:v>9000</c:v>
                  </c:pt>
                  <c:pt idx="6">
                    <c:v>10000</c:v>
                  </c:pt>
                  <c:pt idx="7">
                    <c:v>11000</c:v>
                  </c:pt>
                  <c:pt idx="8">
                    <c:v>12000</c:v>
                  </c:pt>
                  <c:pt idx="9">
                    <c:v>13000</c:v>
                  </c:pt>
                  <c:pt idx="10">
                    <c:v>14000</c:v>
                  </c:pt>
                  <c:pt idx="11">
                    <c:v>15000</c:v>
                  </c:pt>
                  <c:pt idx="12">
                    <c:v>16000</c:v>
                  </c:pt>
                  <c:pt idx="13">
                    <c:v>17000</c:v>
                  </c:pt>
                  <c:pt idx="14">
                    <c:v>18000</c:v>
                  </c:pt>
                  <c:pt idx="15">
                    <c:v>19000</c:v>
                  </c:pt>
                  <c:pt idx="16">
                    <c:v>20000</c:v>
                  </c:pt>
                  <c:pt idx="17">
                    <c:v>21000</c:v>
                  </c:pt>
                  <c:pt idx="18">
                    <c:v>22000</c:v>
                  </c:pt>
                  <c:pt idx="19">
                    <c:v>23000</c:v>
                  </c:pt>
                  <c:pt idx="20">
                    <c:v>24000</c:v>
                  </c:pt>
                  <c:pt idx="21">
                    <c:v>25000</c:v>
                  </c:pt>
                  <c:pt idx="22">
                    <c:v>26000</c:v>
                  </c:pt>
                  <c:pt idx="23">
                    <c:v>27000</c:v>
                  </c:pt>
                  <c:pt idx="24">
                    <c:v>28000</c:v>
                  </c:pt>
                  <c:pt idx="25">
                    <c:v>29000</c:v>
                  </c:pt>
                  <c:pt idx="26">
                    <c:v>30000</c:v>
                  </c:pt>
                </c:lvl>
              </c:multiLvlStrCache>
            </c:multiLvlStrRef>
          </c:cat>
          <c:val>
            <c:numRef>
              <c:f>Sheet1!$G$2:$G$28</c:f>
              <c:numCache>
                <c:formatCode>General</c:formatCode>
                <c:ptCount val="27"/>
                <c:pt idx="0">
                  <c:v>0.019</c:v>
                </c:pt>
                <c:pt idx="1">
                  <c:v>0.064</c:v>
                </c:pt>
                <c:pt idx="2">
                  <c:v>0.184</c:v>
                </c:pt>
                <c:pt idx="3">
                  <c:v>0.451</c:v>
                </c:pt>
                <c:pt idx="4">
                  <c:v>0.952</c:v>
                </c:pt>
                <c:pt idx="5">
                  <c:v>1.738</c:v>
                </c:pt>
                <c:pt idx="6">
                  <c:v>2.77</c:v>
                </c:pt>
                <c:pt idx="7">
                  <c:v>3.902</c:v>
                </c:pt>
                <c:pt idx="8">
                  <c:v>4.944</c:v>
                </c:pt>
                <c:pt idx="9">
                  <c:v>5.764</c:v>
                </c:pt>
                <c:pt idx="10">
                  <c:v>6.349</c:v>
                </c:pt>
                <c:pt idx="11">
                  <c:v>6.794</c:v>
                </c:pt>
                <c:pt idx="12">
                  <c:v>7.218</c:v>
                </c:pt>
                <c:pt idx="13">
                  <c:v>7.681</c:v>
                </c:pt>
                <c:pt idx="14">
                  <c:v>8.129</c:v>
                </c:pt>
                <c:pt idx="15">
                  <c:v>8.397</c:v>
                </c:pt>
                <c:pt idx="16">
                  <c:v>8.278</c:v>
                </c:pt>
                <c:pt idx="17">
                  <c:v>7.63</c:v>
                </c:pt>
                <c:pt idx="18">
                  <c:v>6.461</c:v>
                </c:pt>
                <c:pt idx="19">
                  <c:v>4.951</c:v>
                </c:pt>
                <c:pt idx="20">
                  <c:v>3.389</c:v>
                </c:pt>
                <c:pt idx="21">
                  <c:v>2.05</c:v>
                </c:pt>
                <c:pt idx="22">
                  <c:v>1.086</c:v>
                </c:pt>
                <c:pt idx="23">
                  <c:v>0.5</c:v>
                </c:pt>
                <c:pt idx="24">
                  <c:v>0.199</c:v>
                </c:pt>
                <c:pt idx="25">
                  <c:v>0.068</c:v>
                </c:pt>
                <c:pt idx="26">
                  <c:v>0.02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1E2B37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1E2B37"/>
                    </a:solidFill>
                    <a:latin typeface="Arial"/>
                  </a:rPr>
                  <a:t>Sales values →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Density</c:v>
                </c:pt>
              </c:strCache>
            </c:strRef>
          </c:tx>
          <c:spPr>
            <a:solidFill>
              <a:srgbClr val="1B7F8C">
                <a:alpha val="35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Sheet1!$A$2:$A$27</c:f>
              <c:multiLvlStrCache>
                <c:ptCount val="26"/>
                <c:lvl>
                  <c:pt idx="0">
                    <c:v>0</c:v>
                  </c:pt>
                  <c:pt idx="1">
                    <c:v>4</c:v>
                  </c:pt>
                  <c:pt idx="2">
                    <c:v>8</c:v>
                  </c:pt>
                  <c:pt idx="3">
                    <c:v>12</c:v>
                  </c:pt>
                  <c:pt idx="4">
                    <c:v>16</c:v>
                  </c:pt>
                  <c:pt idx="5">
                    <c:v>20</c:v>
                  </c:pt>
                  <c:pt idx="6">
                    <c:v>24</c:v>
                  </c:pt>
                  <c:pt idx="7">
                    <c:v>28</c:v>
                  </c:pt>
                  <c:pt idx="8">
                    <c:v>32</c:v>
                  </c:pt>
                  <c:pt idx="9">
                    <c:v>36</c:v>
                  </c:pt>
                  <c:pt idx="10">
                    <c:v>40</c:v>
                  </c:pt>
                  <c:pt idx="11">
                    <c:v>44</c:v>
                  </c:pt>
                  <c:pt idx="12">
                    <c:v>48</c:v>
                  </c:pt>
                  <c:pt idx="13">
                    <c:v>52</c:v>
                  </c:pt>
                  <c:pt idx="14">
                    <c:v>56</c:v>
                  </c:pt>
                  <c:pt idx="15">
                    <c:v>60</c:v>
                  </c:pt>
                  <c:pt idx="16">
                    <c:v>64</c:v>
                  </c:pt>
                  <c:pt idx="17">
                    <c:v>68</c:v>
                  </c:pt>
                  <c:pt idx="18">
                    <c:v>72</c:v>
                  </c:pt>
                  <c:pt idx="19">
                    <c:v>76</c:v>
                  </c:pt>
                  <c:pt idx="20">
                    <c:v>80</c:v>
                  </c:pt>
                  <c:pt idx="21">
                    <c:v>84</c:v>
                  </c:pt>
                  <c:pt idx="22">
                    <c:v>88</c:v>
                  </c:pt>
                  <c:pt idx="23">
                    <c:v>92</c:v>
                  </c:pt>
                  <c:pt idx="24">
                    <c:v>96</c:v>
                  </c:pt>
                  <c:pt idx="25">
                    <c:v>100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0.172</c:v>
                </c:pt>
                <c:pt idx="1">
                  <c:v>0.513</c:v>
                </c:pt>
                <c:pt idx="2">
                  <c:v>1.338</c:v>
                </c:pt>
                <c:pt idx="3">
                  <c:v>3.057</c:v>
                </c:pt>
                <c:pt idx="4">
                  <c:v>6.12</c:v>
                </c:pt>
                <c:pt idx="5">
                  <c:v>10.735</c:v>
                </c:pt>
                <c:pt idx="6">
                  <c:v>16.498</c:v>
                </c:pt>
                <c:pt idx="7">
                  <c:v>22.215</c:v>
                </c:pt>
                <c:pt idx="8">
                  <c:v>26.208</c:v>
                </c:pt>
                <c:pt idx="9">
                  <c:v>27.088</c:v>
                </c:pt>
                <c:pt idx="10">
                  <c:v>24.531</c:v>
                </c:pt>
                <c:pt idx="11">
                  <c:v>19.463</c:v>
                </c:pt>
                <c:pt idx="12">
                  <c:v>13.53</c:v>
                </c:pt>
                <c:pt idx="13">
                  <c:v>8.243</c:v>
                </c:pt>
                <c:pt idx="14">
                  <c:v>4.414</c:v>
                </c:pt>
                <c:pt idx="15">
                  <c:v>2.15</c:v>
                </c:pt>
                <c:pt idx="16">
                  <c:v>1.24</c:v>
                </c:pt>
                <c:pt idx="17">
                  <c:v>1.606</c:v>
                </c:pt>
                <c:pt idx="18">
                  <c:v>3.424</c:v>
                </c:pt>
                <c:pt idx="19">
                  <c:v>6.647</c:v>
                </c:pt>
                <c:pt idx="20">
                  <c:v>10.261</c:v>
                </c:pt>
                <c:pt idx="21">
                  <c:v>12.371</c:v>
                </c:pt>
                <c:pt idx="22">
                  <c:v>11.621</c:v>
                </c:pt>
                <c:pt idx="23">
                  <c:v>8.502</c:v>
                </c:pt>
                <c:pt idx="24">
                  <c:v>4.844</c:v>
                </c:pt>
                <c:pt idx="25">
                  <c:v>2.15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1"/>
        <c:axPos val="b"/>
        <c:title>
          <c:tx>
            <c:rich>
              <a:bodyPr/>
              <a:lstStyle/>
              <a:p>
                <a:pPr>
                  <a:defRPr sz="1300" b="0" i="0" u="none" strike="noStrike">
                    <a:solidFill>
                      <a:srgbClr val="1E2B37"/>
                    </a:solidFill>
                    <a:latin typeface="Arial"/>
                  </a:defRPr>
                </a:pPr>
                <a:r>
                  <a:rPr sz="1300" b="0" i="0" u="none" strike="noStrike">
                    <a:solidFill>
                      <a:srgbClr val="1E2B37"/>
                    </a:solidFill>
                    <a:latin typeface="Arial"/>
                  </a:rPr>
                  <a:t>Sales values →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548640"/>
            <a:ext cx="2011680" cy="2011680"/>
          </a:xfrm>
          <a:prstGeom prst="ellipse">
            <a:avLst/>
          </a:prstGeom>
          <a:solidFill>
            <a:srgbClr val="1B7F8C">
              <a:alpha val="70000"/>
            </a:srgbClr>
          </a:solidFill>
          <a:ln w="12700">
            <a:solidFill>
              <a:srgbClr val="1B7F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2194560"/>
            <a:ext cx="1280160" cy="1280160"/>
          </a:xfrm>
          <a:prstGeom prst="ellipse">
            <a:avLst/>
          </a:prstGeom>
          <a:solidFill>
            <a:srgbClr val="F2A541">
              <a:alpha val="90000"/>
            </a:srgbClr>
          </a:solidFill>
          <a:ln w="12700">
            <a:solidFill>
              <a:srgbClr val="F2A54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35040" y="3108960"/>
            <a:ext cx="914400" cy="914400"/>
          </a:xfrm>
          <a:prstGeom prst="ellipse">
            <a:avLst/>
          </a:prstGeom>
          <a:solidFill>
            <a:srgbClr val="1B7F8C">
              <a:alpha val="70000"/>
            </a:srgbClr>
          </a:solidFill>
          <a:ln w="12700">
            <a:solidFill>
              <a:srgbClr val="1B7F8C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097280"/>
            <a:ext cx="5852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Kernel, Density &amp;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Estimation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8892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KDE and estimators in Seaborn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2976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&amp; Visualization  |  Session Notes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What is a Kernel?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Kernel Density Estimation (KDE)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914400"/>
          </a:xfrm>
          <a:prstGeom prst="roundRect">
            <a:avLst>
              <a:gd name="adj" fmla="val 9000"/>
            </a:avLst>
          </a:prstGeom>
          <a:solidFill>
            <a:srgbClr val="DCEBEF"/>
          </a:solidFill>
          <a:ln w="12700">
            <a:solidFill>
              <a:srgbClr val="DCEB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2801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kernel is a small mathematical function used in KDE to help create a smooth curve from data points.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sales values: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1536192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7200" y="2743200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7F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₹12,000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139696" y="2743200"/>
            <a:ext cx="1536192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139696" y="2743200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7F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₹15,000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822192" y="2743200"/>
            <a:ext cx="1536192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822192" y="2743200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7F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₹18,000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504688" y="2743200"/>
            <a:ext cx="1536192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504688" y="2743200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7F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₹20,000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187184" y="2743200"/>
            <a:ext cx="1536192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187184" y="2743200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7F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₹22,000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value = a data point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9044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KDE places a small smooth curve around each point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28853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Curves are combined into one overall smooth distribution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KDE Builds the Curve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(bell-shaped) kernel around each point, then summed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80160"/>
          <a:ext cx="53035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1280160"/>
            <a:ext cx="2651760" cy="1554480"/>
          </a:xfrm>
          <a:prstGeom prst="roundRect">
            <a:avLst>
              <a:gd name="adj" fmla="val 5294"/>
            </a:avLst>
          </a:prstGeom>
          <a:solidFill>
            <a:srgbClr val="DCEBEF"/>
          </a:solidFill>
          <a:ln w="12700">
            <a:solidFill>
              <a:srgbClr val="DCEB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72200" y="128016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points → apply smooth kernel functions → one smooth KDE curve.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035040" y="3017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Seaborn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035040" y="3337560"/>
            <a:ext cx="2651760" cy="1097280"/>
          </a:xfrm>
          <a:prstGeom prst="roundRect">
            <a:avLst>
              <a:gd name="adj" fmla="val 7500"/>
            </a:avLst>
          </a:prstGeom>
          <a:solidFill>
            <a:srgbClr val="0F2A3D"/>
          </a:solidFill>
          <a:ln w="12700">
            <a:solidFill>
              <a:srgbClr val="0F2A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172200" y="33375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sns.kdeplot(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data=df, x="Sales")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What is Density?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concentrated data values are around a range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4206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range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8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B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₹10,000–₹20,000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B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B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₹20,000–₹30,000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B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B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₹40,000–₹50,000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B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38328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and third ranges hold more customers → observations are more concentrated there.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937760" y="1371600"/>
            <a:ext cx="3749040" cy="1188720"/>
          </a:xfrm>
          <a:prstGeom prst="roundRect">
            <a:avLst>
              <a:gd name="adj" fmla="val 6923"/>
            </a:avLst>
          </a:prstGeom>
          <a:solidFill>
            <a:srgbClr val="E6F3EC"/>
          </a:solidFill>
          <a:ln w="12700">
            <a:solidFill>
              <a:srgbClr val="E6F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937760" y="2743200"/>
            <a:ext cx="3749040" cy="1188720"/>
          </a:xfrm>
          <a:prstGeom prst="roundRect">
            <a:avLst>
              <a:gd name="adj" fmla="val 6923"/>
            </a:avLst>
          </a:prstGeom>
          <a:solidFill>
            <a:srgbClr val="FBEFE0"/>
          </a:solidFill>
          <a:ln w="12700">
            <a:solidFill>
              <a:srgbClr val="FBEF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5120640" y="137160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density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8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more concentrated around that range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120640" y="274320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density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less concentrated around that range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4206240"/>
            <a:ext cx="8229600" cy="594360"/>
          </a:xfrm>
          <a:prstGeom prst="roundRect">
            <a:avLst>
              <a:gd name="adj" fmla="val 13846"/>
            </a:avLst>
          </a:prstGeom>
          <a:solidFill>
            <a:srgbClr val="0F2A3D"/>
          </a:solidFill>
          <a:ln w="12700">
            <a:solidFill>
              <a:srgbClr val="0F2A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57200" y="42062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KDE plot: high peak = many values clustered there.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Illustration of Density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curve — vertical axis is probability density, not customer count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80160"/>
          <a:ext cx="56692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400800" y="1280160"/>
            <a:ext cx="2286000" cy="1005840"/>
          </a:xfrm>
          <a:prstGeom prst="roundRect">
            <a:avLst>
              <a:gd name="adj" fmla="val 8182"/>
            </a:avLst>
          </a:prstGeom>
          <a:solidFill>
            <a:srgbClr val="E6F3EC"/>
          </a:solidFill>
          <a:ln w="12700">
            <a:solidFill>
              <a:srgbClr val="E6F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0" y="2468880"/>
            <a:ext cx="2286000" cy="1005840"/>
          </a:xfrm>
          <a:prstGeom prst="roundRect">
            <a:avLst>
              <a:gd name="adj" fmla="val 8182"/>
            </a:avLst>
          </a:prstGeom>
          <a:solidFill>
            <a:srgbClr val="FBEFE0"/>
          </a:solidFill>
          <a:ln w="12700">
            <a:solidFill>
              <a:srgbClr val="FBEF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537960" y="128016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 peak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8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density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537960" y="24688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peak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density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0" y="3657600"/>
            <a:ext cx="2286000" cy="914400"/>
          </a:xfrm>
          <a:prstGeom prst="roundRect">
            <a:avLst>
              <a:gd name="adj" fmla="val 9000"/>
            </a:avLst>
          </a:prstGeom>
          <a:solidFill>
            <a:srgbClr val="DCEBEF"/>
          </a:solidFill>
          <a:ln w="12700">
            <a:solidFill>
              <a:srgbClr val="DCEB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537960" y="36576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area under a normalized density curve = 1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Density ≠ Frequency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02336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663440" y="1280160"/>
            <a:ext cx="402336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7F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Frequency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202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histogram can show customer counts.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1371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977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Density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9202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normalized histogram or KDE shows density. For a properly normalized curve, total area = 1.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1250"/>
            </a:avLst>
          </a:prstGeom>
          <a:solidFill>
            <a:srgbClr val="0F2A3D"/>
          </a:solidFill>
          <a:ln w="12700">
            <a:solidFill>
              <a:srgbClr val="0F2A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KDE vertical axis is probability density, not the number of customers.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What is Estimation?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available data to calculate or approximate a value or unknown pattern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663440" y="1371600"/>
            <a:ext cx="402336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1463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7F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KDE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0116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the underlying distribution of the data.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463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977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Barplot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20116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estimator summarizes the data in each category (e.g. mean or sum).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840480"/>
            <a:ext cx="8229600" cy="822960"/>
          </a:xfrm>
          <a:prstGeom prst="roundRect">
            <a:avLst>
              <a:gd name="adj" fmla="val 10000"/>
            </a:avLst>
          </a:prstGeom>
          <a:solidFill>
            <a:srgbClr val="DCEBEF"/>
          </a:solidFill>
          <a:ln w="12700">
            <a:solidFill>
              <a:srgbClr val="DCEB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 = calculating or approximating a value or pattern from data.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Estimation Example: Mean &amp; Sum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of three customers: ₹10,000, ₹20,000, ₹30,000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1554480"/>
          </a:xfrm>
          <a:prstGeom prst="roundRect">
            <a:avLst>
              <a:gd name="adj" fmla="val 5294"/>
            </a:avLst>
          </a:prstGeom>
          <a:solidFill>
            <a:srgbClr val="0F2A3D"/>
          </a:solidFill>
          <a:ln w="12700">
            <a:solidFill>
              <a:srgbClr val="0F2A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663440" y="1371600"/>
            <a:ext cx="4023360" cy="1554480"/>
          </a:xfrm>
          <a:prstGeom prst="roundRect">
            <a:avLst>
              <a:gd name="adj" fmla="val 5294"/>
            </a:avLst>
          </a:prstGeom>
          <a:solidFill>
            <a:srgbClr val="0F2A3D"/>
          </a:solidFill>
          <a:ln w="12700">
            <a:solidFill>
              <a:srgbClr val="0F2A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(average)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(10000+20000+30000) / 3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945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₹20,000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(total)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10000 + 20000 + 30000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21945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₹60,000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154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Seaborn (modern versions — pass callables)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520440"/>
            <a:ext cx="4023360" cy="1051560"/>
          </a:xfrm>
          <a:prstGeom prst="roundRect">
            <a:avLst>
              <a:gd name="adj" fmla="val 7826"/>
            </a:avLst>
          </a:prstGeom>
          <a:solidFill>
            <a:srgbClr val="0F2A3D"/>
          </a:solidFill>
          <a:ln w="12700">
            <a:solidFill>
              <a:srgbClr val="0F2A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94360" y="352044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sns.barplot(data=df,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x="Product", y="Sales",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estimator=np.mean,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errorbar=None)  # average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3520440"/>
            <a:ext cx="4023360" cy="1051560"/>
          </a:xfrm>
          <a:prstGeom prst="roundRect">
            <a:avLst>
              <a:gd name="adj" fmla="val 7826"/>
            </a:avLst>
          </a:prstGeom>
          <a:solidFill>
            <a:srgbClr val="0F2A3D"/>
          </a:solidFill>
          <a:ln w="12700">
            <a:solidFill>
              <a:srgbClr val="0F2A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800600" y="352044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sns.barplot(data=df,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x="Product", y="Sales",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estimator=sum,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errorbar=None)  # total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Revision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840480"/>
                <a:gridCol w="2743200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meaning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Seaborn example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8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B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Kernel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B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Smooth function applied around data points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B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internally by KDE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B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B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concentrated values are across a range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B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sns.kdeplot()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B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B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Calculating or approximating a value or pattern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B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estimator=np.mean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840480"/>
            <a:ext cx="8229600" cy="822960"/>
          </a:xfrm>
          <a:prstGeom prst="roundRect">
            <a:avLst>
              <a:gd name="adj" fmla="val 10000"/>
            </a:avLst>
          </a:prstGeom>
          <a:solidFill>
            <a:srgbClr val="DCEBEF"/>
          </a:solidFill>
          <a:ln w="12700">
            <a:solidFill>
              <a:srgbClr val="DCEB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640080" y="38404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smooths the data, density describes its concentration, estimation calculates or approximates a value or distribution.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261872"/>
            <a:ext cx="502920" cy="502920"/>
          </a:xfrm>
          <a:prstGeom prst="ellipse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61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4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1887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= small smooth function placed around each data point (e.g. Gaussian)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084832"/>
            <a:ext cx="502920" cy="5029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084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4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011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= concentration of values; KDE axis is density, not counts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907792"/>
            <a:ext cx="502920" cy="502920"/>
          </a:xfrm>
          <a:prstGeom prst="ellipse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907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4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834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 = approximating a value or pattern, e.g. mean in barplot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730752"/>
            <a:ext cx="502920" cy="5029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730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4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657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sns.kdeplot() computes KDE for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Kernel, Density &amp; Estimation</dc:title>
  <dc:subject>PptxGenJS Presentation</dc:subject>
  <dc:creator>PptxGenJS</dc:creator>
  <cp:lastModifiedBy>PptxGenJS</cp:lastModifiedBy>
  <cp:revision>1</cp:revision>
  <dcterms:created xsi:type="dcterms:W3CDTF">2026-10-21T11:20:50Z</dcterms:created>
  <dcterms:modified xsi:type="dcterms:W3CDTF">2026-10-21T11:20:50Z</dcterms:modified>
</cp:coreProperties>
</file>